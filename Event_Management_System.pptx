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502920"/>
            <a:ext cx="822960" cy="8229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Management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for managing technical events, registrations,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and certificates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41B47"/>
          </a:solidFill>
          <a:ln w="12700">
            <a:solidFill>
              <a:srgbClr val="2A36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4828032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4572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Sai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457200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41B47"/>
          </a:solidFill>
          <a:ln w="12700">
            <a:solidFill>
              <a:srgbClr val="2A36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4828032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6" name="Text 14"/>
          <p:cNvSpPr/>
          <p:nvPr/>
        </p:nvSpPr>
        <p:spPr>
          <a:xfrm>
            <a:off x="4407408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4572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Narayana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589520" y="457200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41B47"/>
          </a:solidFill>
          <a:ln w="12700">
            <a:solidFill>
              <a:srgbClr val="2A36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0688" y="4828032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0" name="Text 18"/>
          <p:cNvSpPr/>
          <p:nvPr/>
        </p:nvSpPr>
        <p:spPr>
          <a:xfrm>
            <a:off x="7790688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572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Prasanth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relational database that manages the complete lifecycle of technical events — from event creation to certificate issuance.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612898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22105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Events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3703320"/>
            <a:ext cx="22105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event details — type, date, venue and registration fee.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4418" y="2423160"/>
            <a:ext cx="2612898" cy="2331720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45586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45586" y="3200400"/>
            <a:ext cx="22105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Registrations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45586" y="3703320"/>
            <a:ext cx="22105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participants to events and monitor registration status.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2423160"/>
            <a:ext cx="2612898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32804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32804" y="3200400"/>
            <a:ext cx="22105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32804" y="3703320"/>
            <a:ext cx="22105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Present / Absent status for every registered participant.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18854" y="2423160"/>
            <a:ext cx="2612898" cy="2331720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0022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20022" y="3200400"/>
            <a:ext cx="22105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0022" y="3703320"/>
            <a:ext cx="22105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participation and winner certificates per registration.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8F5F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29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 </a:t>
            </a:r>
            <a:pPr indent="0" marL="0">
              <a:buNone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consolidated participant lists and attendance reports for event organizers.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related tables model events, participants and their journey through registration, attendance and certification.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072030" cy="3977640"/>
          </a:xfrm>
          <a:prstGeom prst="roundRect">
            <a:avLst>
              <a:gd name="adj" fmla="val 3530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207203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404872"/>
            <a:ext cx="207203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2770632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081528"/>
            <a:ext cx="179771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00400"/>
            <a:ext cx="179771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event_name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event_date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registration_fee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57830" y="2148840"/>
            <a:ext cx="2072030" cy="3977640"/>
          </a:xfrm>
          <a:prstGeom prst="roundRect">
            <a:avLst>
              <a:gd name="adj" fmla="val 3530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57830" y="2148840"/>
            <a:ext cx="207203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2757830" y="2404872"/>
            <a:ext cx="207203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757830" y="214884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894990" y="2770632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participant_id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94990" y="3081528"/>
            <a:ext cx="179771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94990" y="3200400"/>
            <a:ext cx="179771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participant_name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58461" y="2148840"/>
            <a:ext cx="2072030" cy="3977640"/>
          </a:xfrm>
          <a:prstGeom prst="roundRect">
            <a:avLst>
              <a:gd name="adj" fmla="val 3530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8461" y="2148840"/>
            <a:ext cx="207203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5058461" y="2404872"/>
            <a:ext cx="207203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058461" y="214884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95621" y="2770632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registration_id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95621" y="3081528"/>
            <a:ext cx="179771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5621" y="3200400"/>
            <a:ext cx="179771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(FK)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participant_id (FK)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registration_date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registration_status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59091" y="2148840"/>
            <a:ext cx="2072030" cy="3977640"/>
          </a:xfrm>
          <a:prstGeom prst="roundRect">
            <a:avLst>
              <a:gd name="adj" fmla="val 3530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59091" y="2148840"/>
            <a:ext cx="207203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7359091" y="2404872"/>
            <a:ext cx="207203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59091" y="214884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96251" y="2770632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attendance_id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96251" y="3081528"/>
            <a:ext cx="179771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6251" y="3200400"/>
            <a:ext cx="179771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registration_id (FK)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attendance_date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attendance_status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659722" y="2148840"/>
            <a:ext cx="2072030" cy="3977640"/>
          </a:xfrm>
          <a:prstGeom prst="roundRect">
            <a:avLst>
              <a:gd name="adj" fmla="val 3530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59722" y="2148840"/>
            <a:ext cx="207203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9659722" y="2404872"/>
            <a:ext cx="207203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9659722" y="214884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796882" y="2770632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certificate_id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796882" y="3081528"/>
            <a:ext cx="179771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96882" y="3200400"/>
            <a:ext cx="179771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registration_id (FK)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certificate_type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–"/>
            </a:pPr>
            <a:r>
              <a:rPr lang="en-US" sz="10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 (ER Diagram)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1228" y="1581912"/>
            <a:ext cx="10826496" cy="5613377"/>
          </a:xfrm>
          <a:prstGeom prst="roundRect">
            <a:avLst>
              <a:gd name="adj" fmla="val 977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pic>
        <p:nvPicPr>
          <p:cNvPr id="6" name="Image 0" descr="/home/claude/ppt/erd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691640"/>
            <a:ext cx="10607040" cy="53939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SQL — SELECT &amp; WHERE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retrieves specific columns from one or more tables.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rows so only records matching a condition are returned.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form the foundation of every SQL query used in this project — from listing events to locating participants by city.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11274552" cy="3017520"/>
          </a:xfrm>
          <a:prstGeom prst="roundRect">
            <a:avLst>
              <a:gd name="adj" fmla="val 2424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43814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Display all events with type and venue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event_name, event_type, venue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Events;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54496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Participants from a particular city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54496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participant_name, email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Participants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'Hyderabad';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summarize many rows into a single value: COUNT, AVG, MAX, MIN and SUM.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GROUP BY, they summarize data per event, per status, or per event type.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to count registrations, average fees and tally attendance outcomes.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136392"/>
            <a:ext cx="11274552" cy="3154680"/>
          </a:xfrm>
          <a:prstGeom prst="roundRect">
            <a:avLst>
              <a:gd name="adj" fmla="val 2319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30098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227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639312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Participants registered per event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336194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event_id,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COUNT(participant_id) AS total_participants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Registrations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event_id;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13504" y="3639312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Average fee by event type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13504" y="3931920"/>
            <a:ext cx="336194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event_type,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AVG(registration_fee) AS avg_fee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Events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event_type;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95488" y="3639312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Present / Absent count per event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95488" y="3931920"/>
            <a:ext cx="336194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r.event_id, a.attendance_status,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Registrations r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a.registration_id = r.registration_id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r.event_id, a.attendance_status;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String, Numeric &amp; Date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 reshape text — UPPER, LOWER, LEFT and CONCAT.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 extract or reformat values — DATEDIFF, DATE_FORMAT.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display formatting, name/city merges and event-timing calculations.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136392"/>
            <a:ext cx="11274552" cy="3154680"/>
          </a:xfrm>
          <a:prstGeom prst="roundRect">
            <a:avLst>
              <a:gd name="adj" fmla="val 2319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30098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227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6393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Names in uppercase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244144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UPPER(participant_name)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participant_name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Participants;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93008" y="36393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Concatenate name and city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93008" y="3931920"/>
            <a:ext cx="244144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CONCAT(participant_name,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- ', city) AS name_city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Participants;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54496" y="36393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Days between registration &amp; event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54496" y="3931920"/>
            <a:ext cx="244144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r.registration_id,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DATEDIFF(e.event_date,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r.registration_date) AS days_before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Registrations r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Events e ON r.event_id = e.event_id;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15984" y="36393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Format event date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15984" y="3931920"/>
            <a:ext cx="244144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event_name,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DATE_FORMAT(event_date, '%d-%M-%Y')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formatted_date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Events;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combines rows from two or more tables using a related key column.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returns only matching rows; LEFT JOIN also keeps unmatched rows from the left table.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connect Events, Participants, Registrations, Attendance and Certificates into unified reports.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11274552" cy="3017520"/>
          </a:xfrm>
          <a:prstGeom prst="roundRect">
            <a:avLst>
              <a:gd name="adj" fmla="val 2424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43814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 — Event, participant &amp; registration date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e.event_name, p.participant_name,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r.registration_date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Registrations r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Participants p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r.participant_id = p.participant_id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Events e ON r.event_id = e.event_id;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54496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 — Events including those with no registrations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54496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e.event_name, r.registration_id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Events 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Registrations r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e.event_id = r.event_id;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subquery is a query nested inside another query's WHERE, FROM or SELECT clause.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one query filter or compare against a value computed by another query.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to compare against averages and to exclude events already present in another table.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11274552" cy="3017520"/>
          </a:xfrm>
          <a:prstGeom prst="roundRect">
            <a:avLst>
              <a:gd name="adj" fmla="val 2424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43814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 — Participants above average event fee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p.participant_name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Participants p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Registrations r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p.participant_id = r.participant_id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Events e ON r.event_id = e.event_id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e.registration_fee &gt;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AVG(registration_fee) FROM Events);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54496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 — Events that never received a registration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54496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event_name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Events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event_id NOT IN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event_id FROM Registrations);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a saved, virtual table defined by a SELECT query — it stores no data of its own.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simplifies repeated multi-table joins into one reusable, query-able object.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to package participant/event details and event attendance summaries.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11274552" cy="3017520"/>
          </a:xfrm>
          <a:prstGeom prst="roundRect">
            <a:avLst>
              <a:gd name="adj" fmla="val 2424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43814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 — Participant_Event_Details 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Participant_Event_Details AS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p.participant_name, e.event_name,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e.event_date, r.registration_status,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a.attendance_status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Registrations 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Participants p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r.participant_id = p.participant_id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Events e ON r.event_id = e.event_id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Attendance a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r.registration_id = a.registration_id;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54496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records from the 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54496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Participant_Event_Details;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Event_Attendance_Summary;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groups several SQL statements into one atomic unit of work.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marks a point inside a transaction to roll back to, without undoing everything.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makes all changes permanent; ROLLBACK reverses them to the savepoint or transaction start.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11274552" cy="3017520"/>
          </a:xfrm>
          <a:prstGeom prst="roundRect">
            <a:avLst>
              <a:gd name="adj" fmla="val 2424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43814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 — Update fee, savepoint, rollback &amp; commit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107259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Events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registration_fee = registration_fee * 1.10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event_id = 101;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 before_status_update;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Registrations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registration_status = 'Cancelled'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registration_id = 301;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TO before_status_update;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stored procedure is a precompiled block of SQL saved in the database and reused on demand.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accepts input parameters, so the same logic runs for any participant without rewriting SQL.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to fetch a participant's registrations and their total events attended.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136392"/>
            <a:ext cx="11274552" cy="3154680"/>
          </a:xfrm>
          <a:prstGeom prst="roundRect">
            <a:avLst>
              <a:gd name="adj" fmla="val 2319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30098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227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63931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 — All registrations for one participant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10725912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GetParticipantRegistrations(IN p_id INT)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r.registration_id, e.event_name,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e.event_date, r.registration_date,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r.registration_status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Registrations 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Events e ON r.event_id = e.event_id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r.participant_id = p_id;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GetParticipantRegistrations(201);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647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is SQL code that runs automatically in response to an INSERT, UPDATE or DELETE.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a history of changes without altering any application logic.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to archive deleted registrations and log attendance status changes.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11274552" cy="3017520"/>
          </a:xfrm>
          <a:prstGeom prst="roundRect">
            <a:avLst>
              <a:gd name="adj" fmla="val 2424"/>
            </a:avLst>
          </a:prstGeom>
          <a:solidFill>
            <a:srgbClr val="1019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43814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 — Archive a deleted registration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trg_registration_delete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DELETE ON Registrations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Registrations_Archive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(registration_id, event_id,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participant_id, registration_date,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registration_status)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(OLD.registration_id, OLD.event_id,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OLD.participant_id,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OLD.registration_date,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OLD.registration_status);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54496" y="3776472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 — Log an attendance status change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54496" y="4069080"/>
            <a:ext cx="5202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trg_attendance_update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UPDATE ON Attendance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Attendance_History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(registration_id, old_status,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new_status, change_date)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(OLD.registration_id,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OLD.attendance_status,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NEW.attendance_status, NOW());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389120" cy="438912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051560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System — SQL Database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14316" y="3977640"/>
            <a:ext cx="2560320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Sai   •   Lakshmi Narayana   •   Prasanth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2026-09-22T07:01:17Z</dcterms:created>
  <dcterms:modified xsi:type="dcterms:W3CDTF">2026-09-22T07:01:17Z</dcterms:modified>
</cp:coreProperties>
</file>